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5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6C0F-2EDA-85AF-EDF1-A4EF528EE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768FA-CC4E-4F78-F139-A500B64D9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E1226-B54A-4A89-7760-31A7150C0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7C001-F1FA-5A94-2592-D1BD8D3D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91DAA-B62D-E1CA-415A-9A20B71D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971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9027C-BBAD-6E77-98C6-E4492238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FBB3D-0661-B4DB-35FE-5687E611C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4557-C768-419B-6B33-01B45958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D0942-A0C7-DCB9-FB1D-B61A6513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1E337-33B4-EE7C-3CE8-33B6495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3562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59E3-FC07-8AF0-9DDF-ADA1197D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42911-AAED-3DCF-9136-224189F14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779B8-1996-1809-15E3-6710EC69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46AE3-D19F-BD22-8CB2-39AEEC68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C3B4F-2D65-929F-8F22-F516C1E1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4271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02C8-1B63-004D-C086-524AEA9D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BA5AF-5D94-BC76-CBB6-B97DD17D9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B0BA8-F3BD-A4A4-CD69-5C11DE44D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F1A4C-BDFF-87B3-51BE-0C1C7D1D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1D295-8B87-A4CC-7ECA-E7C8DFEE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CAF27-7A47-646C-7FD1-EE89341B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3261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D029E-FFFB-D472-3A2F-22ABBB9D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685AB-84C0-D806-ADE2-8BF4CA6F1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B8027-7FA3-07A4-C872-1B448F6A5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9D0C-C837-259B-EBDE-AB13577A4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9D62A-C0B1-B3DC-FA87-6BF4AEA52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96C8A-7F74-18B0-EE7B-FFAF90B5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24BBE-07F2-ACAF-6409-B55415F6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CFEF-89B9-D468-902B-B192FAF3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256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BA54E-CBFB-A8A0-1522-75135AE6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7A792-8F96-9EF4-34DA-39D8C65A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3F386-9769-D70C-A3FC-B2440DDF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9AB72-E038-FA82-EA57-79FF1065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0199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D4BEE-2771-8A27-97EB-D2CA4B608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63489-E277-9157-F64B-E98F8764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31652-55FD-8D2C-E69C-540A005A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5853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B69C-7F7B-4363-A528-BADCDFCC4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35B7-4FC5-E840-DCB9-CE37B5C97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04648-AB5D-B736-0379-B51D4A759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6FAE6-88C6-45B5-7004-F78E6CC6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C5AC8-F734-0770-A203-77E021BE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599BA-9EDD-D718-E806-A7882446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925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DEE7-FB27-CB23-055A-E3890BD8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6F4C6-22B3-D35D-DA21-A61DAB14A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BD444-BA0A-ABA8-0A87-4568BF742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BB036-7633-9A99-0F58-91A467A7F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4E471-AC21-54D3-DEE1-AE265E7DE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F485B-2305-14F5-D943-3E2D69A0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4536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14AE-D253-42FB-A7CA-589E3AC7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0EAC2-1C44-9DAB-2968-D8B04144A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21EEB-13BE-D2CF-291A-5C482209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9A792-D10D-2821-7BD3-3F732F77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9A664-201D-D782-2016-6A8B72C9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720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9C302-E1ED-7BEF-4920-6EBA9AC65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AE06B-BEC4-B53A-6FF8-E9E14EDF0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6D937-B556-7920-7C23-7722580D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8FFC2-DDC8-E197-1EE6-6C379A2F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D6077-6219-E660-9563-B31B3046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34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37258-5317-8921-5CFA-EE5B0A2F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9794-4BD3-7BE0-0698-669F89174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4708C-D66E-EE1A-26AA-DB391D7F8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8A0AF-1874-4DCC-8F31-9E91B306F2F4}" type="datetimeFigureOut">
              <a:rPr lang="de-CH" smtClean="0"/>
              <a:t>13.07.2022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721EA-AB7F-B8BA-F221-903D973DD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0AD73-F198-D41B-0CBB-F6B4DC22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F9AC1-F34A-443B-86AA-2F28A039709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110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E1E70D3-4799-9FF3-9E88-E3D598D8B7F7}"/>
              </a:ext>
            </a:extLst>
          </p:cNvPr>
          <p:cNvSpPr/>
          <p:nvPr/>
        </p:nvSpPr>
        <p:spPr>
          <a:xfrm>
            <a:off x="4470400" y="230691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CH" sz="1600" dirty="0"/>
              <a:t>offen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27C961-FB08-3213-559B-1301186C1749}"/>
              </a:ext>
            </a:extLst>
          </p:cNvPr>
          <p:cNvSpPr/>
          <p:nvPr/>
        </p:nvSpPr>
        <p:spPr>
          <a:xfrm>
            <a:off x="4470400" y="4362824"/>
            <a:ext cx="914400" cy="914400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CH" sz="1600" dirty="0">
                <a:solidFill>
                  <a:schemeClr val="bg1">
                    <a:lumMod val="65000"/>
                  </a:schemeClr>
                </a:solidFill>
              </a:rPr>
              <a:t>verworfen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F1FF1B-4F06-C454-DD61-A82DBD972486}"/>
              </a:ext>
            </a:extLst>
          </p:cNvPr>
          <p:cNvSpPr/>
          <p:nvPr/>
        </p:nvSpPr>
        <p:spPr>
          <a:xfrm>
            <a:off x="6849035" y="230691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CH" sz="1600" dirty="0"/>
              <a:t>in review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D579B3-AF33-2FBD-B319-B6CFA3F66E1E}"/>
              </a:ext>
            </a:extLst>
          </p:cNvPr>
          <p:cNvSpPr/>
          <p:nvPr/>
        </p:nvSpPr>
        <p:spPr>
          <a:xfrm>
            <a:off x="9227670" y="230691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CH" sz="1600" dirty="0"/>
              <a:t>erledigt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A4AC6A-9AED-F524-27CB-C8072C6B9813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5384800" y="2764118"/>
            <a:ext cx="14642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27114C-9358-1F48-6EAA-FFC9AB8B91CB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7763435" y="2764118"/>
            <a:ext cx="14642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61AC3CE-5DA1-A69D-E50B-412DEA3F0E17}"/>
              </a:ext>
            </a:extLst>
          </p:cNvPr>
          <p:cNvCxnSpPr>
            <a:stCxn id="6" idx="1"/>
            <a:endCxn id="4" idx="7"/>
          </p:cNvCxnSpPr>
          <p:nvPr/>
        </p:nvCxnSpPr>
        <p:spPr>
          <a:xfrm rot="16200000" flipV="1">
            <a:off x="6116918" y="1574800"/>
            <a:ext cx="12700" cy="1732057"/>
          </a:xfrm>
          <a:prstGeom prst="curvedConnector3">
            <a:avLst>
              <a:gd name="adj1" fmla="val 2854417"/>
            </a:avLst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94D1AC21-A46D-540B-6E24-6A671DA35BA1}"/>
              </a:ext>
            </a:extLst>
          </p:cNvPr>
          <p:cNvCxnSpPr>
            <a:cxnSpLocks/>
            <a:stCxn id="7" idx="1"/>
            <a:endCxn id="4" idx="0"/>
          </p:cNvCxnSpPr>
          <p:nvPr/>
        </p:nvCxnSpPr>
        <p:spPr>
          <a:xfrm rot="16200000" flipV="1">
            <a:off x="7077636" y="156883"/>
            <a:ext cx="133911" cy="4433981"/>
          </a:xfrm>
          <a:prstGeom prst="curvedConnector3">
            <a:avLst>
              <a:gd name="adj1" fmla="val 56526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E4F256-A935-5395-259F-DE44E4F61BC2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4927600" y="3221318"/>
            <a:ext cx="0" cy="11415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BD801FC-73E2-669A-F083-6CCB0A510C10}"/>
              </a:ext>
            </a:extLst>
          </p:cNvPr>
          <p:cNvSpPr txBox="1"/>
          <p:nvPr/>
        </p:nvSpPr>
        <p:spPr>
          <a:xfrm>
            <a:off x="4549660" y="3590952"/>
            <a:ext cx="978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/>
              <a:t>«verwerfen»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A0F297-A874-B5A1-DD5D-BC6CD26577F2}"/>
              </a:ext>
            </a:extLst>
          </p:cNvPr>
          <p:cNvSpPr txBox="1"/>
          <p:nvPr/>
        </p:nvSpPr>
        <p:spPr>
          <a:xfrm>
            <a:off x="5528389" y="2070820"/>
            <a:ext cx="11908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/>
              <a:t>«zurückweisen»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CF421ED-D28C-BD44-9CFB-D8ED9B1197F8}"/>
              </a:ext>
            </a:extLst>
          </p:cNvPr>
          <p:cNvSpPr/>
          <p:nvPr/>
        </p:nvSpPr>
        <p:spPr>
          <a:xfrm>
            <a:off x="2241175" y="2306917"/>
            <a:ext cx="914400" cy="914400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CH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61F38F-5180-B4AB-95F7-0E3BBB60036F}"/>
              </a:ext>
            </a:extLst>
          </p:cNvPr>
          <p:cNvCxnSpPr>
            <a:cxnSpLocks/>
            <a:stCxn id="25" idx="6"/>
            <a:endCxn id="4" idx="2"/>
          </p:cNvCxnSpPr>
          <p:nvPr/>
        </p:nvCxnSpPr>
        <p:spPr>
          <a:xfrm>
            <a:off x="3155575" y="2764117"/>
            <a:ext cx="1314825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236FBD6-9F56-85D9-7DC5-6B09F2D27574}"/>
              </a:ext>
            </a:extLst>
          </p:cNvPr>
          <p:cNvSpPr txBox="1"/>
          <p:nvPr/>
        </p:nvSpPr>
        <p:spPr>
          <a:xfrm>
            <a:off x="5606635" y="2806862"/>
            <a:ext cx="10448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/>
              <a:t>«überprüfen»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3B0685-3A3E-F045-7210-F2F746387510}"/>
              </a:ext>
            </a:extLst>
          </p:cNvPr>
          <p:cNvSpPr txBox="1"/>
          <p:nvPr/>
        </p:nvSpPr>
        <p:spPr>
          <a:xfrm>
            <a:off x="3446496" y="2806859"/>
            <a:ext cx="5790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/>
              <a:t>«neu»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8B7C54-2C11-836C-73B3-DDA0AC79E035}"/>
              </a:ext>
            </a:extLst>
          </p:cNvPr>
          <p:cNvSpPr txBox="1"/>
          <p:nvPr/>
        </p:nvSpPr>
        <p:spPr>
          <a:xfrm>
            <a:off x="7959892" y="2806859"/>
            <a:ext cx="10713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/>
              <a:t>«akzeptieren»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24CBB0-31D0-4234-5E80-0B6EA41AED33}"/>
              </a:ext>
            </a:extLst>
          </p:cNvPr>
          <p:cNvSpPr txBox="1"/>
          <p:nvPr/>
        </p:nvSpPr>
        <p:spPr>
          <a:xfrm>
            <a:off x="6710815" y="1455087"/>
            <a:ext cx="1088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/>
              <a:t>«reaktivieren»</a:t>
            </a:r>
          </a:p>
        </p:txBody>
      </p:sp>
    </p:spTree>
    <p:extLst>
      <p:ext uri="{BB962C8B-B14F-4D97-AF65-F5344CB8AC3E}">
        <p14:creationId xmlns:p14="http://schemas.microsoft.com/office/powerpoint/2010/main" val="4054071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Hannes Brunner</dc:creator>
  <cp:lastModifiedBy>Hannes Brunner</cp:lastModifiedBy>
  <cp:revision>1</cp:revision>
  <dcterms:created xsi:type="dcterms:W3CDTF">2022-07-13T15:32:12Z</dcterms:created>
  <dcterms:modified xsi:type="dcterms:W3CDTF">2022-07-13T15:40:35Z</dcterms:modified>
</cp:coreProperties>
</file>